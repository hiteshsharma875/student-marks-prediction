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Marks Prediction – Machine Learning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machine learning project predicts student marks based on study hours using Linear Regression.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Pandas</a:t>
            </a:r>
          </a:p>
          <a:p>
            <a:r>
              <a:t>• Scikit-learn</a:t>
            </a:r>
          </a:p>
          <a:p>
            <a:r>
              <a:t>• Matplotlib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Folder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student-marks-prediction/</a:t>
            </a:r>
          </a:p>
          <a:p>
            <a:r>
              <a:t>│</a:t>
            </a:r>
          </a:p>
          <a:p>
            <a:r>
              <a:t>├── model.py</a:t>
            </a:r>
          </a:p>
          <a:p>
            <a:r>
              <a:t>├── student_data.csv</a:t>
            </a:r>
          </a:p>
          <a:p>
            <a:r>
              <a:t>├── requirements.txt</a:t>
            </a:r>
          </a:p>
          <a:p>
            <a:r>
              <a:t>├── README.md</a:t>
            </a:r>
          </a:p>
          <a:p>
            <a:r>
              <a:t>└── project_report.txt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student_data.csv</a:t>
            </a:r>
          </a:p>
          <a:p/>
          <a:p>
            <a:r>
              <a:t>Hours,Marks</a:t>
            </a:r>
          </a:p>
          <a:p>
            <a:r>
              <a:t>1,15</a:t>
            </a:r>
          </a:p>
          <a:p>
            <a:r>
              <a:t>2,20</a:t>
            </a:r>
          </a:p>
          <a:p>
            <a:r>
              <a:t>3,35</a:t>
            </a:r>
          </a:p>
          <a:p>
            <a:r>
              <a:t>4,40</a:t>
            </a:r>
          </a:p>
          <a:p>
            <a:r>
              <a:t>5,50</a:t>
            </a:r>
          </a:p>
          <a:p>
            <a:r>
              <a:t>6,60</a:t>
            </a:r>
          </a:p>
          <a:p>
            <a:r>
              <a:t>7,70</a:t>
            </a:r>
          </a:p>
          <a:p>
            <a:r>
              <a:t>8,80</a:t>
            </a:r>
          </a:p>
          <a:p>
            <a:r>
              <a:t>9,90</a:t>
            </a:r>
          </a:p>
          <a:p>
            <a:r>
              <a:t>10,95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Source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program uses Pandas, Matplotlib, and Linear Regression to train and predict marks.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pandas</a:t>
            </a:r>
          </a:p>
          <a:p>
            <a:r>
              <a:t>matplotlib</a:t>
            </a:r>
          </a:p>
          <a:p>
            <a:r>
              <a:t>scikit-learn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README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Contains project overview, technologies, dataset, algorithm, and execution steps.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Includes objective, tools used, algorithm, working, output, and conclusion.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Install Python</a:t>
            </a:r>
          </a:p>
          <a:p>
            <a:r>
              <a:t>2. Install libraries</a:t>
            </a:r>
          </a:p>
          <a:p>
            <a:r>
              <a:t>3. Run:</a:t>
            </a:r>
          </a:p>
          <a:p>
            <a:r>
              <a:t>python model.py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 study hours: 5</a:t>
            </a:r>
          </a:p>
          <a:p>
            <a:r>
              <a:t>Predicted Marks = 50.36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Upload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init</a:t>
            </a:r>
          </a:p>
          <a:p>
            <a:r>
              <a:t>git add .</a:t>
            </a:r>
          </a:p>
          <a:p>
            <a:r>
              <a:t>git commit -m 'First Commit'</a:t>
            </a:r>
          </a:p>
          <a:p>
            <a:r>
              <a:t>git branch -M main</a:t>
            </a:r>
          </a:p>
          <a:p>
            <a:r>
              <a:t>git remote add origin YOUR_REPOSITORY_LINK</a:t>
            </a:r>
          </a:p>
          <a:p>
            <a:r>
              <a:t>git push -u origin main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Submission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Source Code</a:t>
            </a:r>
          </a:p>
          <a:p>
            <a:r>
              <a:t>✅ Dataset</a:t>
            </a:r>
          </a:p>
          <a:p>
            <a:r>
              <a:t>✅ Report</a:t>
            </a:r>
          </a:p>
          <a:p>
            <a:r>
              <a:t>✅ README File</a:t>
            </a:r>
          </a:p>
          <a:p>
            <a:r>
              <a:t>✅ Public GitHub Repository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Accuracy calculation</a:t>
            </a:r>
          </a:p>
          <a:p>
            <a:r>
              <a:t>• GUI using Tkinter</a:t>
            </a:r>
          </a:p>
          <a:p>
            <a:r>
              <a:t>• Flask website</a:t>
            </a:r>
          </a:p>
          <a:p>
            <a:r>
              <a:t>• AI chatbot integration</a:t>
            </a:r>
          </a:p>
          <a:p>
            <a:r>
              <a:t>• Deployment on Render or Streamlit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can be used effectively for prediction and educational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